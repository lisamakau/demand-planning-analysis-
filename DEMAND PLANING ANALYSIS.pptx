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3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/>
              <a:t>DEMAND PLANING ANALYSIS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/>
              <a:t>ELIZABETH MAKAU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Data cleaning and transformation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Ø"/>
            </a:pPr>
            <a:r>
              <a:rPr lang="en-US"/>
              <a:t>Converted mixed date formats into proper Excel dates</a:t>
            </a:r>
            <a:endParaRPr lang="en-US"/>
          </a:p>
          <a:p>
            <a:pPr>
              <a:buFont typeface="Wingdings" panose="05000000000000000000" charset="0"/>
              <a:buChar char="Ø"/>
            </a:pPr>
            <a:r>
              <a:rPr lang="en-US"/>
              <a:t>Created date dimension. Month, Month number, Year, YearMonth and Day.</a:t>
            </a:r>
            <a:endParaRPr lang="en-US"/>
          </a:p>
          <a:p>
            <a:pPr>
              <a:buFont typeface="Wingdings" panose="05000000000000000000" charset="0"/>
              <a:buChar char="Ø"/>
            </a:pPr>
            <a:r>
              <a:rPr lang="en-US"/>
              <a:t>Added Customer Name, Sales Channels, Product Name, Brand, Unit price, Sales Values using XLOOKUP</a:t>
            </a:r>
            <a:endParaRPr lang="en-US"/>
          </a:p>
          <a:p>
            <a:pPr>
              <a:buFont typeface="Wingdings" panose="05000000000000000000" charset="0"/>
              <a:buChar char="Ø"/>
            </a:pPr>
            <a:r>
              <a:rPr lang="en-US"/>
              <a:t>Created Week number and Quarter week for the weekly analysis</a:t>
            </a:r>
            <a:endParaRPr lang="en-US"/>
          </a:p>
          <a:p>
            <a:pPr>
              <a:buFont typeface="Wingdings" panose="05000000000000000000" charset="0"/>
              <a:buChar char="Ø"/>
            </a:pPr>
            <a:r>
              <a:rPr lang="en-US"/>
              <a:t>Handled missing data :blank sales channels to unknowm and unmatched codes to Not found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KEY ISSUE IN RAW DATA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Ø"/>
            </a:pPr>
            <a:r>
              <a:rPr lang="en-US"/>
              <a:t>Mixed date formats caused errors in extracting month/day/week</a:t>
            </a:r>
            <a:endParaRPr lang="en-US"/>
          </a:p>
          <a:p>
            <a:pPr>
              <a:buFont typeface="Wingdings" panose="05000000000000000000" charset="0"/>
              <a:buChar char="Ø"/>
            </a:pPr>
            <a:r>
              <a:rPr lang="en-US"/>
              <a:t>Some sales channels were blank which affected summary by channel</a:t>
            </a:r>
            <a:endParaRPr lang="en-US"/>
          </a:p>
          <a:p>
            <a:pPr>
              <a:buFont typeface="Wingdings" panose="05000000000000000000" charset="0"/>
              <a:buChar char="Ø"/>
            </a:pPr>
            <a:r>
              <a:rPr lang="en-US"/>
              <a:t>One of the Customer code was missing</a:t>
            </a:r>
            <a:endParaRPr lang="en-US"/>
          </a:p>
          <a:p>
            <a:pPr marL="0" indent="0">
              <a:buFont typeface="Wingdings" panose="05000000000000000000" charset="0"/>
              <a:buNone/>
            </a:pP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SALES TRENDS BY BRAND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4840" y="1591945"/>
            <a:ext cx="10515600" cy="4351338"/>
          </a:xfrm>
        </p:spPr>
        <p:txBody>
          <a:bodyPr/>
          <a:p>
            <a:endParaRPr lang="en-US"/>
          </a:p>
        </p:txBody>
      </p:sp>
      <p:pic>
        <p:nvPicPr>
          <p:cNvPr id="9" name="Picture 8"/>
          <p:cNvPicPr/>
          <p:nvPr/>
        </p:nvPicPr>
        <p:blipFill>
          <a:blip r:embed="rId1"/>
          <a:stretch>
            <a:fillRect/>
          </a:stretch>
        </p:blipFill>
        <p:spPr>
          <a:xfrm>
            <a:off x="624840" y="1691005"/>
            <a:ext cx="10516235" cy="42932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SALES TREND BY BRAND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Sales remain relative stable for most of the year but increases significantly from October to December indicating a strong end of year demand.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SALES VALUE BY SALES CHANNEL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1011555" y="1691005"/>
            <a:ext cx="10148570" cy="44862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SALES VALUE BY SALES CHANNEL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The bar graph indicate that retail sales channel generates the highest sales value compared to other channels , suggesting it is the most effective distribution channel.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NO OF TRANSACTIONS BY DAY OF THE WEEK</a:t>
            </a:r>
            <a:endParaRPr lang="en-US"/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1234440"/>
            <a:ext cx="9513570" cy="540575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NO OF TRANSACTIONS BY DAY OF THE WEEK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Ø"/>
            </a:pPr>
            <a:r>
              <a:rPr lang="en-US"/>
              <a:t>The pie chart shows how the sales are distributed across diffrent days of the week. Monday represents the day with the highest sales activity.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SALES VALUE BY WEEK NUMBER</a:t>
            </a:r>
            <a:endParaRPr lang="en-US"/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490980" y="1416050"/>
            <a:ext cx="7995285" cy="53587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SALES VALUES BY WEEK NUMBER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Ø"/>
            </a:pPr>
            <a:r>
              <a:rPr lang="en-US"/>
              <a:t>The chart shows the variation in sales values across diffrent weeks of the year. Some weeks recorded significantly higher sales compared to others.Week 53 had the highest sales.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SALES VALUE BY THE QUARTER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314450" y="1477010"/>
            <a:ext cx="7732395" cy="46894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/>
              <a:t>SALES VALUE BY THE QUARTER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Ø"/>
            </a:pPr>
            <a:r>
              <a:rPr lang="en-US"/>
              <a:t>The area chart shows the trend of total sales across diffrent weeks of the year grouped by quartes. Q4 week 53  had the highest number of sales.</a:t>
            </a:r>
            <a:endParaRPr lang="en-US"/>
          </a:p>
          <a:p>
            <a:pPr marL="0" indent="0">
              <a:buFont typeface="Wingdings" panose="05000000000000000000" charset="0"/>
              <a:buNone/>
            </a:pP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THANKS!!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Thanks!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1680</Words>
  <Application>WPS Presentation</Application>
  <PresentationFormat>Widescreen</PresentationFormat>
  <Paragraphs>54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Arial</vt:lpstr>
      <vt:lpstr>SimSun</vt:lpstr>
      <vt:lpstr>Wingdings</vt:lpstr>
      <vt:lpstr>Wingdings</vt:lpstr>
      <vt:lpstr>Calibri Light</vt:lpstr>
      <vt:lpstr>Calibri</vt:lpstr>
      <vt:lpstr>Microsoft YaHei</vt:lpstr>
      <vt:lpstr>Arial Unicode MS</vt:lpstr>
      <vt:lpstr>Office Theme</vt:lpstr>
      <vt:lpstr>DEMAND PLANING ANALYSIS</vt:lpstr>
      <vt:lpstr>Data cleaning and transformation</vt:lpstr>
      <vt:lpstr>KEY ISSUE IN RAW DATA</vt:lpstr>
      <vt:lpstr>SALES TRENDS BY BRAND</vt:lpstr>
      <vt:lpstr>SALES TREND BY BRAND</vt:lpstr>
      <vt:lpstr>SALES VALUE BY SALES CHANNEL</vt:lpstr>
      <vt:lpstr>SALES VALUE BY SALES CHANNEL</vt:lpstr>
      <vt:lpstr>SALES VALUES BY DAY OF THE WEEK</vt:lpstr>
      <vt:lpstr>SALES VALUE BY DAY OF THE WEEK</vt:lpstr>
      <vt:lpstr>SALES VALUE BY WEEK NUMBER</vt:lpstr>
      <vt:lpstr>SALES VALUES BY WEEK NUMBER</vt:lpstr>
      <vt:lpstr>SALES VALUE BY THE QUARTER</vt:lpstr>
      <vt:lpstr>SALES VALUE BY THE QUARTER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LISASONG</dc:creator>
  <cp:lastModifiedBy>elizabeth makau</cp:lastModifiedBy>
  <cp:revision>10</cp:revision>
  <dcterms:created xsi:type="dcterms:W3CDTF">2025-07-23T00:59:00Z</dcterms:created>
  <dcterms:modified xsi:type="dcterms:W3CDTF">2026-03-07T20:32:38Z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8EAD3A60172347229F28CA65EBF3EB29_13</vt:lpwstr>
  </property>
  <property fmtid="{D5CDD505-2E9C-101B-9397-08002B2CF9AE}" pid="3" name="KSOProductBuildVer">
    <vt:lpwstr>1033-12.2.0.23196</vt:lpwstr>
  </property>
</Properties>
</file>